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1B6B6B">
              <a:alpha val="15000"/>
            </a:srgbClr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בדיקת כדאיות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התחדשות עירונית — 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Renewal Feasibility Scoring Tool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רועי אולמן</a:t>
            </a:r>
            <a:pPr algn="r" indent="0" marL="0">
              <a:buNone/>
            </a:pPr>
            <a:r>
              <a:rPr lang="en-US" sz="14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מנחה: ד"ר איל זינגר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200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קורס פרויקט מעשי בלמידת מכונה  ·  סמסטר קיץ תשפ"ה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1,800+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פרויקטים פעילים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בישראל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6888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מגיעים לביצוע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חודשים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1772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בדיקה ידנית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ממוצע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אפס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76656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סינון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סיסטמטי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7472" y="2816352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כדאיות מסורתיות הן ידניות, זמן-רבות ואינן ניתנות להשוואה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291840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18688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שמאים אינם יכולים לסרוק מאות פרויקטים ביעילות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767328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694176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היעדר סטנדרטיזציה מוביל להחלטות סובייקטיביות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7472" y="4242816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69664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משאבי תכנון יקרים מוצאים על פרויקטים שנדונים לכישלון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הפתרון — Pipeline מלא מקצה לקצה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0020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3736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3736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פיצ'רים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מחושבים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6324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20040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2628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66344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מודלים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Classification + Reg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8932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12648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Select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/ RMSE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באופן אוטומטי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5236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895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6" name="Text 34"/>
          <p:cNvSpPr/>
          <p:nvPr/>
        </p:nvSpPr>
        <p:spPr>
          <a:xfrm>
            <a:off x="75895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5895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8288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ציון 0–100 רציף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96596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סיווג בינארי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74904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SHAP Explainability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3212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ניתוח רגישות 5 תרחישים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🇮🇱  ממשק עברית RTL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 ו-Feature Engineering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ה-Dataset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595360" y="150876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44475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 סינתטיות (שוק ישראלי)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595360" y="192938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86537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 מחולקים ל-4 קטגוריות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95360" y="23500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כוילו לפי נתוני מדלן/יד2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27706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066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עלויות ממינהל הבנייה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31912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3127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80% כדאי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14630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77440" y="14721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יחס דירות חדש/ישן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" y="14721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existing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18379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הכנסה לדירה קיימת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18379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units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1945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77440" y="22037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לדירה חדשה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22037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new_units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256032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256946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שטח כולל חדש מ²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256946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× sqm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292608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77440" y="293522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0040" y="293522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new_area / old_area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2918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77440" y="33009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לקיים יחסי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20040" y="33009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revenue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6576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77440" y="36667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למ² בנייה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6667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cost_per_sqm (₪/m²)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0233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77440" y="40325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 החתמה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0040" y="40325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signing_months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26280" y="914400"/>
            <a:ext cx="0" cy="4023360"/>
          </a:xfrm>
          <a:prstGeom prst="line">
            <a:avLst/>
          </a:prstGeom>
          <a:noFill/>
          <a:ln w="9525">
            <a:solidFill>
              <a:srgbClr val="1B6B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ההנדסה שיפרה AUC בממוצע +0.04 נקודות | class_weight='balanced' לטיפול ב-imbalance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מודלים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2316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2316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084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2084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pass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60604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2743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Reg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</a:tbl>
          </a:graphicData>
        </a:graphic>
      </p:graphicFrame>
      <p:pic>
        <p:nvPicPr>
          <p:cNvPr id="28" name="Image 0" descr="C:\Users\roieu\Downloads\akrish project\תרגיל 3\urban_renewal_project\docs\figures\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931920"/>
            <a:ext cx="859536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אפליקציית Streamlit</a:t>
            </a:r>
            <a:endParaRPr lang="en-US" sz="2600" dirty="0"/>
          </a:p>
        </p:txBody>
      </p:sp>
      <p:pic>
        <p:nvPicPr>
          <p:cNvPr id="4" name="Image 0" descr="C:\Users\roieu\Downloads\akrish project\תרגיל 3\urban_renewal_project\docs\figures\04_score_vs_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4206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ציון כדאיות לעומת מרווח גולמי</a:t>
            </a:r>
            <a:endParaRPr lang="en-US" sz="1100" dirty="0"/>
          </a:p>
        </p:txBody>
      </p:sp>
      <p:pic>
        <p:nvPicPr>
          <p:cNvPr id="6" name="Image 1" descr="C:\Users\roieu\Downloads\akrish project\תרגיל 3\urban_renewal_project\docs\figures\02_feasibility_by_c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868680"/>
            <a:ext cx="420624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0916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שיעור כדאיות לפי עיר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11480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sidebar קלט עם 15+ פרמטרים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65760" y="43159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ציון גדול + verdict badge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65760" y="451713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סיכום כלכלי (revenue, costs, profit)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65760" y="471830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טבלת רגישות 6 תרחישים אוטומטיים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זמן תגובה &lt; 1 שנייה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Insights — מה מנהל את ההחלטה?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מרווח גולמי_%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6" name="Shape 4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0" y="95097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משוערת_%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136245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0" name="Shape 8"/>
          <p:cNvSpPr/>
          <p:nvPr/>
        </p:nvSpPr>
        <p:spPr>
          <a:xfrm>
            <a:off x="3566160" y="1362456"/>
            <a:ext cx="466709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0" y="134416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70078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עיר (מיקום)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6160" y="175564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4" name="Shape 12"/>
          <p:cNvSpPr/>
          <p:nvPr/>
        </p:nvSpPr>
        <p:spPr>
          <a:xfrm>
            <a:off x="3566160" y="1755648"/>
            <a:ext cx="3288182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0" y="17373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0939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גיל הבניין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66160" y="214884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148840"/>
            <a:ext cx="2333549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0" y="21305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4871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הסתברות אישור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66160" y="254203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22" name="Shape 20"/>
          <p:cNvSpPr/>
          <p:nvPr/>
        </p:nvSpPr>
        <p:spPr>
          <a:xfrm>
            <a:off x="3566160" y="2542032"/>
            <a:ext cx="201533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0" y="25237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עלות_לקיים_יחסי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566160" y="293522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6160" y="2935224"/>
            <a:ext cx="1644091" cy="2377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0" y="2916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32735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משך כולל (חודשים)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66160" y="332841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0" name="Shape 28"/>
          <p:cNvSpPr/>
          <p:nvPr/>
        </p:nvSpPr>
        <p:spPr>
          <a:xfrm>
            <a:off x="3566160" y="3328416"/>
            <a:ext cx="1325880" cy="2377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33101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" y="366674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6160" y="372160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4" name="Shape 32"/>
          <p:cNvSpPr/>
          <p:nvPr/>
        </p:nvSpPr>
        <p:spPr>
          <a:xfrm>
            <a:off x="3566160" y="3721608"/>
            <a:ext cx="1060704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7033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05993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 פרויקט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66160" y="411480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8" name="Shape 36"/>
          <p:cNvSpPr/>
          <p:nvPr/>
        </p:nvSpPr>
        <p:spPr>
          <a:xfrm>
            <a:off x="3566160" y="4114800"/>
            <a:ext cx="79552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40965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74320" y="44531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מכירה חדש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6160" y="450799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42" name="Shape 40"/>
          <p:cNvSpPr/>
          <p:nvPr/>
        </p:nvSpPr>
        <p:spPr>
          <a:xfrm>
            <a:off x="3566160" y="4507992"/>
            <a:ext cx="636422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3" name="Text 41"/>
          <p:cNvSpPr/>
          <p:nvPr/>
        </p:nvSpPr>
        <p:spPr>
          <a:xfrm>
            <a:off x="8961120" y="448970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 = תורם לחיוב | אדום = תורם לשלילה | ערכים יחסיים (TreeExplainer)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 ותרומה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0.991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2608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4.25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2608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7492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7492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2084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2376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שנייה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תגובה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2057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תרומת הפרויקט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732520" y="25786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51460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pre-screening אוטומטי שמסנן פרויקטים לפני הקצאת משאבי תכנון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732520" y="29992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2935224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ארכיטקטורת ML pipeline מלאה ב-&lt; 600 שורות Python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34198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35584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שמגלה את הגורמים הדומיננטיים לכדאיות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32520" y="384048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77647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Streamlit בעברית עם RTL מלא ו-SHAP visual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732520" y="426110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419709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ישראלי סינתטי מבוסס נתוני שוק אמת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המשך מוצע: הוספת folium map · Streamlit Cloud deployment · batch CSV mode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Renewal Feasibility ML</dc:title>
  <dc:subject>PptxGenJS Presentation</dc:subject>
  <dc:creator>Roi Ulman</dc:creator>
  <cp:lastModifiedBy>Roi Ulman</cp:lastModifiedBy>
  <cp:revision>1</cp:revision>
  <dcterms:created xsi:type="dcterms:W3CDTF">2026-03-19T18:17:08Z</dcterms:created>
  <dcterms:modified xsi:type="dcterms:W3CDTF">2026-03-19T18:17:08Z</dcterms:modified>
</cp:coreProperties>
</file>